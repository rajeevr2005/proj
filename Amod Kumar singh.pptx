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4" r:id="rId48"/>
    <p:sldId id="305" r:id="rId49"/>
    <p:sldId id="306" r:id="rId50"/>
    <p:sldId id="302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AE771-F196-4C4B-94F0-4B965A96573E}" v="535" dt="2026-02-08T15:40:43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76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57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2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58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4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3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5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96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07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9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47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2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Operational Study of Pulp Manufacturing Process in a Paper Mill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MBA – Operation Management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Amod Kumar Singh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29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latin typeface="Times New Roman"/>
              </a:rPr>
              <a:t>Paper industry is an important manufacturing industry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sz="1800" dirty="0">
                <a:latin typeface="Times New Roman"/>
              </a:rPr>
              <a:t>It supports education, packaging and printing sectors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sz="1800" dirty="0">
                <a:latin typeface="Times New Roman"/>
              </a:rPr>
              <a:t>Pulp is the basic raw material for paper production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sz="1800" dirty="0">
                <a:latin typeface="Times New Roman"/>
              </a:rPr>
              <a:t>Quality of pulp directly affects paper quality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sz="1800" dirty="0">
                <a:latin typeface="Times New Roman"/>
              </a:rPr>
              <a:t>Pulp section is the heart of paper mill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lang="en-US" sz="1800" dirty="0"/>
              <a:t>This project focuses on pulp section operations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INDUSTRY OVERVIEW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industry contributes to economic growth.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employment opportunities.</a:t>
            </a:r>
            <a:r>
              <a:rPr lang="en-US" sz="1800" dirty="0">
                <a:latin typeface="Times New Roman"/>
              </a:rPr>
              <a:t>.</a:t>
            </a:r>
            <a:endParaRPr sz="1800" dirty="0">
              <a:latin typeface="Times New Roman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paper is increasing every year.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materials include wood and waste paper.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plays an important role in production.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management improves competitiveness.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PULP SECTION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section is the first stage of paper production.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raw material into usable pulp.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starts from pulp section.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defect affects final paper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monitoring is essential.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manpower is required.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OPERATION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management deals with production activities.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efficiency and effectiveness.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optimum utilization of resources.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controls quality and productivity.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wastage and downtime.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organizational goals.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OPERATION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production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consistent quality output.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production cost.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utilize manpower effectively.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machine breakdowns.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customer satisfaction.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pulp section operations in detail..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production workflow.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quality control practices.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operational problems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productivity improvement methods.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suggest better management practices.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is limited to pulp section only.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is on operational activities.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productivity are analyzed..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Manpower utilization is observed.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based on observation.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are made where required.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PULP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Mechanical pulp is produced by grinding.</a:t>
            </a:r>
          </a:p>
          <a:p>
            <a:r>
              <a:rPr lang="en-US" sz="1800" dirty="0"/>
              <a:t>Chemical pulp uses chemical treatment.</a:t>
            </a:r>
          </a:p>
          <a:p>
            <a:r>
              <a:rPr lang="en-US" sz="1800" dirty="0"/>
              <a:t>Chemical pulp uses chemical treatment.</a:t>
            </a:r>
          </a:p>
          <a:p>
            <a:r>
              <a:rPr lang="en-US" sz="1800" dirty="0"/>
              <a:t>Chemical pulp uses chemical treatment.</a:t>
            </a:r>
          </a:p>
          <a:p>
            <a:r>
              <a:rPr lang="en-US" sz="1800" dirty="0"/>
              <a:t>Chemical pulp uses chemical treatment.</a:t>
            </a:r>
          </a:p>
          <a:p>
            <a:r>
              <a:rPr lang="en-IN" sz="1800" dirty="0"/>
              <a:t>Selection depends on paper grade.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USED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is the primary raw material.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Bamboo is used in some mills.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paper is used for recycled pulp.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 are required for processing.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is a major input resource.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raw material improves output.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1E9091-DFFC-DEF3-AF62-6829C5DE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MANUFACTURING PROCESS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preparation is the first step.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Cooking process separates fibres.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 removes unwanted materials.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removes impurities.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Bleaching improves brightness.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is sent to paper machine.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HANDLING OPERATION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is received from suppliers.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storage is required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Debarking removes outer layer.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Chipping converts wood into chips.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chip size is important.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Chips are transferred to digester.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DIGESTER OPERATION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Digester is used for cooking chips.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 break lignin bonds.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is strictly controlled.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is maintained carefully.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Cooking time affects pulp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skill is important.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WASHING PROCESS</a:t>
            </a:r>
            <a:endParaRPr sz="28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 removes black liquor.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pulp improves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chemicals are removed.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is high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washing reduces defects.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affects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Times New Roman"/>
              </a:rPr>
              <a:t>Screening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removes uncooked particles.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pulp passes through screens.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Rejects are sent for reprocessing.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efficiency is important.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screening affects paper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maintenance is required.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Times New Roman"/>
              </a:rPr>
              <a:t>Bleaching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Bleaching improves pulp brightness.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 are used in stages.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norms are followed.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control avoids over-bleaching.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Bleached pulp is higher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is very important.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starts from raw material.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is tested regularly.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parameters are checked.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is maintained.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testing is essential.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maintained properly.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depends on machine efficiency.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labour increases output.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planning avoids delays.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Breakdown reduces productivity.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is needed.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methods are applied.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MANPOWER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operators are required.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improves performance.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planning is important.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awareness is necessary.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increases productivity.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supervision is needed.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availability is critical.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control avoids shortage.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increases cost.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storage prevents damage.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procurement is needed.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reduction is important.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MAINTENANCE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maintenance avoids breakdown.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maintenance is preferred.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efficiency is maintained.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is reduced.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risks are minimized.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records are kept.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section has high safety risks.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 require careful handling.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PPE usage is mandatory.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training is given.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procedures are defined.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 affect productivity.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CONTROL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cost is high.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is monitored.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usage is optimized.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Wastage is reduced.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 is controlled.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efficiency saves cost.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WASTE MANAGEMENT</a:t>
            </a:r>
            <a:endParaRPr sz="28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generation is unavoidable.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liquor is treated properly.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waste is minimized.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is encouraged.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norms are followed.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disposal is required.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section consumes high energy.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usage is monitored.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efficient machines are used.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recovery systems are applied.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 reduces cost.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improves efficiency.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control is important.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Effluent treatment is required.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emissions are monitored.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is controlled.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practices are adopted.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laws is ensured.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PLANNING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planning improves flow.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are allocated properly.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Bottlenecks are identified.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targets are set.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is improved.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is maintained.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PLANNING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production plans are prepared.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availability is checked.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capacity is considered.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planning is done.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avoids delays.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targets are achieved.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CONTROL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is monitored continuously.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 are corrected immediately.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issues are addressed.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compared with targets.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maintained.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ensures efficiency.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SUPERVISOR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manages daily operations.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monitors machine performance.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is checked regularly.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are guided properly.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rules are enforced.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is done to management.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sz="2800" dirty="0">
                <a:latin typeface="Times New Roman"/>
              </a:rPr>
              <a:t>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workflow avoids delays.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layout supports movement.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handling is optimized.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between sections is needed.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loss is minimized.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is improved.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PULP SECTION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movement of material is ensured.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space utilization is required.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routes are provided.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access is easy.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is avoided.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STANDARD OPERATING PROCEDURES</a:t>
            </a:r>
            <a:endParaRPr sz="28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SOPs guide operators.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process is followed.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are minimized.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becomes easier.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consistency is maintained.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is improved.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DEVELOPMENT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improves skills.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technology requires training.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training is essential.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increases with knowledge.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are reduced.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feel motivated.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TECHNOLOGY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improves accuracy.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errors are reduced.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becomes easier.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is improved.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is increased.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is enhanced.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AUTOMATION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monitor parameters.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control improves consistency.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dependency is reduced.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risks are minimized.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is increased.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is controlled.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is important.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data is analyzed.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becomes easier.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support management.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is improved.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evaluated.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quality variation.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breakdowns.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energy consumption.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labour shortage.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compliance pressure.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control issues.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CHALLENGES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variation.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strength issues.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imbalance.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deviations.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washing.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inefficiency.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CHALLENGES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breakdowns.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planning.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 inefficiency.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interruptions.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shortage.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delays.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TECHNIQUES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maintenance is applied.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programs are conducted.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optimization is done.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checks are increased.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 methods are used.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reduction is focused.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audits are conducted.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is taken from operators.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reviewed.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methods are tested.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improvements are implemented.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is enhanced.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provides resources.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guide operations.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decisions are taken.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is supported.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culture is promoted.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monitored.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data based.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data is analyzed.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are evaluated.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are compared.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solution is selected.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monitored.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is measured regularly.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parameters are tracked.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performance is analyzed.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is monitored.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ratios are calculated.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guide improvements.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OF THE STUDY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section is highly critical.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management improves efficiency.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is essential.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affects productivity.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manpower is important.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reduces operational issues.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D922-6B40-4B35-8A50-C90275A6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9862-6184-C78A-48AE-0F697F7D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DD5B7-C3B9-71BF-7F98-8D1E4C49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level can increase.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 can improve.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reduction can be enhanced.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quality tools can be used.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can be increased.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practices can be adopted.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939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719C-802C-E88E-D587-87B0689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FE9-1F4D-1045-DFC5-06B5C838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IMPORTANCE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8B09F-E484-1A9A-20F0-810A2825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paper manufacturing.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 quality.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losses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efficiency.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sustainability.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competitiveness.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241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BA24-8235-6BFA-19C4-E92F493F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500A-2AD6-C0FC-CB41-2FDE3980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AA68-F273-DB48-EA3A-8FADD271B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Pulp section is vital for paper mill.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management ensures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starts from pulp section.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depends on proper planning.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control improves profitability.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management ensures success.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584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0436-EE99-43BC-823A-F688BDE90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176893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320</TotalTime>
  <Words>1630</Words>
  <Application>Microsoft Office PowerPoint</Application>
  <PresentationFormat>On-screen Show (4:3)</PresentationFormat>
  <Paragraphs>341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Gill Sans MT</vt:lpstr>
      <vt:lpstr>Times New Roman</vt:lpstr>
      <vt:lpstr>Gallery</vt:lpstr>
      <vt:lpstr>Title</vt:lpstr>
      <vt:lpstr>Introduction</vt:lpstr>
      <vt:lpstr>PAPER INDUSTRY OVERVIEW</vt:lpstr>
      <vt:lpstr>ROLE OF PULP SECTION</vt:lpstr>
      <vt:lpstr>MEANING OF OPERATION MANAGEMENT</vt:lpstr>
      <vt:lpstr>OBJECTIVES OF OPERATION MANAGEMENT</vt:lpstr>
      <vt:lpstr>OBJECTIVES OF THE STUDY</vt:lpstr>
      <vt:lpstr>SCOPE OF THE STUDY</vt:lpstr>
      <vt:lpstr>TYPES OF PULP</vt:lpstr>
      <vt:lpstr>RAW MATERIAL USED </vt:lpstr>
      <vt:lpstr>PULP MANUFACTURING PROCESS</vt:lpstr>
      <vt:lpstr>WOOD HANDLING OPERATION</vt:lpstr>
      <vt:lpstr>DIGESTER OPERATION</vt:lpstr>
      <vt:lpstr>WASHING PROCESS</vt:lpstr>
      <vt:lpstr>Screening Process</vt:lpstr>
      <vt:lpstr>Bleaching Process</vt:lpstr>
      <vt:lpstr>QUALITY CONTROL</vt:lpstr>
      <vt:lpstr>PRODUCTIVITY</vt:lpstr>
      <vt:lpstr>MANPOWER MANAGEMENT</vt:lpstr>
      <vt:lpstr>MATERIAL MANAGEMENT</vt:lpstr>
      <vt:lpstr>MACHINE MAINTENANCE</vt:lpstr>
      <vt:lpstr>SAFETY MANAGEMENT</vt:lpstr>
      <vt:lpstr>COST CONTROL</vt:lpstr>
      <vt:lpstr>WASTE MANAGEMENT</vt:lpstr>
      <vt:lpstr>ENERGY MANAGEMENT</vt:lpstr>
      <vt:lpstr>ENVIRONMENTAL MANAGEMENT</vt:lpstr>
      <vt:lpstr>PROCESS PLANNING</vt:lpstr>
      <vt:lpstr>PRODUCTION PLANNING</vt:lpstr>
      <vt:lpstr>PRODUCTION CONTROL</vt:lpstr>
      <vt:lpstr>ROLE OF SUPERVISOR</vt:lpstr>
      <vt:lpstr>WORKFLOW Management</vt:lpstr>
      <vt:lpstr>LAYOUT OF PULP SECTION</vt:lpstr>
      <vt:lpstr>STANDARD OPERATING PROCEDURES</vt:lpstr>
      <vt:lpstr>TRAINING AND DEVELOPMENT</vt:lpstr>
      <vt:lpstr>ROLE OF TECHNOLOGY</vt:lpstr>
      <vt:lpstr>USE OF AUTOMATION</vt:lpstr>
      <vt:lpstr>INFORMATION SYSTEM</vt:lpstr>
      <vt:lpstr>OPERATIONAL CHALLENGES</vt:lpstr>
      <vt:lpstr>QUALITY CHALLENGES</vt:lpstr>
      <vt:lpstr>PRODUCTIVITY CHALLENGES</vt:lpstr>
      <vt:lpstr>IMPROVEMENT TECHNIQUES</vt:lpstr>
      <vt:lpstr>CONTINUOUS IMPROVEMENT</vt:lpstr>
      <vt:lpstr>ROLE OF MANAGEMENT</vt:lpstr>
      <vt:lpstr>DECISION MAKING</vt:lpstr>
      <vt:lpstr>PERFORMANCE MEASUREMENT</vt:lpstr>
      <vt:lpstr>FINDINGS OF THE STUDY</vt:lpstr>
      <vt:lpstr>FUTURE SCOPE</vt:lpstr>
      <vt:lpstr>INDUSTRIAL IMPORTANCE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Rajeev Ranjan</dc:creator>
  <cp:keywords/>
  <dc:description>generated using python-pptx</dc:description>
  <cp:lastModifiedBy>Rajeev Ranjan</cp:lastModifiedBy>
  <cp:revision>2</cp:revision>
  <dcterms:created xsi:type="dcterms:W3CDTF">2013-01-27T09:14:16Z</dcterms:created>
  <dcterms:modified xsi:type="dcterms:W3CDTF">2026-02-08T15:43:47Z</dcterms:modified>
  <cp:category/>
</cp:coreProperties>
</file>